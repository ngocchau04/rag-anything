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Multimodal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TEXT_MARKER_CPU_ONLY_RAG</a:t>
            </a:r>
          </a:p>
          <a:p>
            <a:r>
              <a:t>TABLE_MARKER_REVENUE_2024</a:t>
            </a:r>
          </a:p>
          <a:p>
            <a:r>
              <a:t>IMAGE_MARKER_ARCHITECTURE_DIAGRAM</a:t>
            </a:r>
          </a:p>
          <a:p>
            <a:r>
              <a:t>EQUATION_MARKER_E_MC2</a:t>
            </a:r>
          </a:p>
          <a:p>
            <a:r>
              <a:t>CHART_MARKER_QUARTERLY_SALES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